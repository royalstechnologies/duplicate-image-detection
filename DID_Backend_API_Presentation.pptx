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Duplicate Image Detection (DID)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0F8F5"/>
                </a:solidFill>
              </a:defRPr>
            </a:pPr>
            <a:r>
              <a:t>Backend API for environmental and public-concern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8B68"/>
                </a:solidFill>
              </a:defRPr>
            </a:pPr>
            <a:r>
              <a:t>Alexander Adade · Royals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645A"/>
                </a:solidFill>
              </a:defRPr>
            </a:pPr>
            <a:r>
              <a:t>Why we built this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Citizens report flooding, refuse dumps, potholes, pollution, and sanitation issues.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The same problem is often reported many times with similar photos.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Duplicate reports waste response-team time and clutter the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Manual review does not scale as report volume grows.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645A"/>
                </a:solidFill>
              </a:defRPr>
            </a:pPr>
            <a:r>
              <a:t>DID Backend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Accept photo + GPS location + category submissions through a web UI and REST API.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Detect likely duplicate reports using image, location, and category signals.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Queue uncertain matches for admin review instead of auto-rejecting them.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Validate uploads with computer vision so irrelevant images are rejected.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Auto-suggest descriptions to make reporting faster for citizens.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1. Citizen opens the report page and selects a photo of the issue.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2. The system suggests a description (user can edit it).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3. User pins location and chooses a category.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4. Report is submitted to POST /api/v1/reports.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5. API stores the image, analyzes it, and runs duplicate detection.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6. Result: new report, duplicate, or possible duplicate for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Duplicate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645A"/>
                </a:solidFill>
              </a:defRPr>
            </a:pPr>
            <a:r>
              <a:t>Multi-signal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Step 1: Extract SHA-256 hash, perceptual hash, and image embedding.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Step 2: Search nearby reports in PostgreSQL + PostGIS within a radius.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Step 3: Compare vector similarity (pgvector) and perceptual hash scores.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Step 4: Apply category and time-window rules.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Outcomes: new · duplicate · possible_duplicate · supporting_evidence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Duplicate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Image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SHA-256 exact file match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Perceptual hash similarity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CLIP / YOLO embedding vectors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Detected objects in scene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Context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GPS distance (PostGIS)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Report category match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Configurable time window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Confidence score + evidence payload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Web UI (home page) → FastAPI API on port 3050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PostgreSQL + PostGIS + pgvector on host port 3060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Redis on host port 3061 for rate limits and hash cache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Computer vision providers: local, embedding, yolov11, yolov11-cls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Vision narration service for auto-generated descriptions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Docker Compose for local development and production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Core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FastAPI + Uvicorn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PostgreSQL + PostGIS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pgvector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Redis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Alembic migrations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Docker /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Intelligence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Local CV heuristics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CLIP embeddings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YOLOv11 detection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YOLOv11 classification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Groq vision narration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ML training pipeline (ml/)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Report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refuse_dump — illegal dumping and litter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blocked_drain — blocked gutters and drains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flooding — standing water and flood damage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pothole — road surface damage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pollution — smoke, air, and environmental pollution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broken_public_facility — damaged public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sanitation — dirty or unsanitary public areas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other — anything not covered above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Computer Vision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local — fast heuristics, no heavy ML dependencies (default)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embedding — CLIP semantic embeddings + relevance scoring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yolov11 — object detection for scene understanding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yolov11-cls — image classification per concern type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Irrelevant images are rejected before a report is accepted.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Fine-tuned weights can be trained via python -m ml.pipeline.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645A"/>
                </a:solidFill>
              </a:defRPr>
            </a:pPr>
            <a:r>
              <a:t>5-minute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Open http://localhost:3050/ (or production URL).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Upload a photo of flooding, refuse, or pollution.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Show the auto-generated description appearing in the form.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Set latitude/longitude and choose a matching category.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Submit the report and show the success result panel.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Submit the same photo again nearby → duplicate detected.</a:t>
            </a:r>
          </a:p>
          <a:p>
            <a:pPr>
              <a:spcAft>
                <a:spcPts val="1000"/>
              </a:spcAft>
              <a:defRPr sz="1600">
                <a:solidFill>
                  <a:srgbClr val="232D28"/>
                </a:solidFill>
              </a:defRPr>
            </a:pPr>
            <a:r>
              <a:t>Optional: open /docs for the OpenAPI technical 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Key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Public /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GET / — report upload UI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GET /health — health check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POST /api/v1/describe-image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POST /api/v1/reports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GET /api/v1/reports/{id}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Admin /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GET /api/v1/duplicate-reviews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POST /api/v1/duplicate-reviews/{id}/resolve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PATCH /api/v1/reports/{id}/status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GET /api/v1/reports/{id}/duplicates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IP whitelist + rate limiting on protected routes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IP whitelist on all routes except / and /health.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Upload rate limiting backed by Redis.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Maximum upload size enforced per request.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CV relevance checks reject non-concern images.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Database migrations run automatically on container startup.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Production uses custom ports to avoid conflicts with existing services.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Port 5432 / 6379 already used on production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Missing ML weights broke Docker startup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Slow first CV request after deploy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Large photos exceeded narration API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68"/>
                </a:solidFill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Mapped Postgres to 3060 and Redis to 3061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Bake stock YOLO weights into runtime-cv image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Background CV warmup on application startup</a:t>
            </a:r>
          </a:p>
          <a:p>
            <a:pPr>
              <a:spcAft>
                <a:spcPts val="800"/>
              </a:spcAft>
              <a:defRPr sz="1500">
                <a:solidFill>
                  <a:srgbClr val="232D28"/>
                </a:solidFill>
              </a:defRPr>
            </a:pPr>
            <a:r>
              <a:t>Compress images before vision API calls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Citizens can report issues faster with auto-suggested descriptions.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Duplicate reports are flagged before they flood the workflow.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Uncertain matches go to a review queue instead of being lost.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Image validation improves overall data quality.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Dockerized deployment makes the system portable to production.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3D2E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645A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Admin dashboard for duplicate review and report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Mobile app integration via the REST API.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S3 object storage for uploaded images.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Fine-tuned YOLO models for local concern types.</a:t>
            </a:r>
          </a:p>
          <a:p>
            <a:pPr>
              <a:spcAft>
                <a:spcPts val="1000"/>
              </a:spcAft>
              <a:defRPr sz="1800">
                <a:solidFill>
                  <a:srgbClr val="232D28"/>
                </a:solidFill>
              </a:defRPr>
            </a:pPr>
            <a:r>
              <a:t>Analytics dashboard for hotspot mapping and trend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0F8F5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8B68"/>
                </a:solidFill>
              </a:defRPr>
            </a:pPr>
            <a:r>
              <a:t>Alexander Adade · Royals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